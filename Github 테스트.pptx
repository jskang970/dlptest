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E89CA4-D32D-0203-B594-CFD33B8B5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A36AA4-5BE2-5177-12C2-7B4A2DDEB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88F64B-DE47-8E00-DE47-ABCD0E4DC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E610-C0EB-4669-983C-9F5F8A367F62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AD8F43-71E0-1118-AFE5-BC5F5E6C3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F903F6-4851-C6C8-ABD0-D665BF88A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E6DA-B42A-43D2-BB64-5AF06C7A1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746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C92192-6190-4A5C-52B8-67E6DDC1E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E15B04-2DD7-4B77-6060-C4CBF201B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A6D01C-15EE-BF3C-9926-68AE4BC86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E610-C0EB-4669-983C-9F5F8A367F62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0341F-F3B7-CFE7-3C49-664C27E9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2A3625-B642-9D6F-CDF5-328130DAC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E6DA-B42A-43D2-BB64-5AF06C7A1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16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687210-C580-6077-E72D-ADF1B6209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0A8379-E1DB-6DD1-4E36-36B8D4E16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C3D12-E105-DC49-4576-0804F39B8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E610-C0EB-4669-983C-9F5F8A367F62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3D276F-E35C-49FF-F341-1EAACA365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83BFC9-DDF7-8CB5-1818-D31B6D2E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E6DA-B42A-43D2-BB64-5AF06C7A1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294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D41CFC-9414-CFD1-5020-B6C08567F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E03C1F-1308-56C2-6FF5-2D0D788A07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F297AA-6343-1F91-332E-2D4710B0B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ED68AD-8DA7-FD71-691F-775CED51D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E610-C0EB-4669-983C-9F5F8A367F62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501F22-5D5B-F03E-E3FA-B6D21607B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6053E1-12A4-5227-2C31-29A47AEA3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E6DA-B42A-43D2-BB64-5AF06C7A1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199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455C85-FD2B-946F-A765-186C0C81A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76DF15-69C9-5499-054E-7B5C38D8A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45CBF1-4819-98CB-8A8A-41946BE2E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D1589E-8A62-0329-9C6A-84816949F9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F5F9263-5D76-85C4-C109-BBE4D286C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7950E9-8E62-EF67-CC80-23D0F95C9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E610-C0EB-4669-983C-9F5F8A367F62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C4401BF-E03D-F6B1-8ADC-9FB0BC11A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4D8CB1-A701-DA06-7CCC-60B8BD707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E6DA-B42A-43D2-BB64-5AF06C7A1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124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0CDD64-1A13-3B1C-E2C9-F30F85047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7873D3-52A8-3006-2401-B5F856FCD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E610-C0EB-4669-983C-9F5F8A367F62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5CD676-8E31-5B1C-3F56-0DC518AAB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A38590-C62F-5256-CACD-8FAAB71B8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E6DA-B42A-43D2-BB64-5AF06C7A1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58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6555D5-BFCC-C543-2797-D13AEB89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E610-C0EB-4669-983C-9F5F8A367F62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C8670D7-9B12-4967-1A3C-2ACF22E01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73E9F4-C11F-1115-E649-99E90CDAC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E6DA-B42A-43D2-BB64-5AF06C7A1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346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CC9D02-684A-D8B8-FDA4-8001EDC0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5E3058-F29E-7979-414C-D327D6DB7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E9233B-4431-04A0-B666-1B4CFB9F4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588CEB-C061-C91F-0591-E0CF6777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E610-C0EB-4669-983C-9F5F8A367F62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E081D0-462E-F149-E9CC-62113BB10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F9C471-98A0-8508-E7C5-584D00507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E6DA-B42A-43D2-BB64-5AF06C7A1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86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F2D18-E8A7-71B8-91E4-4B6AFDA7A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34839E2-D33E-2CBC-6B2B-A5C3E4B206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F3248B-0B3D-ED65-402A-CDE7F3939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BE9327-DA61-28DB-B3AE-66D929C9E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E610-C0EB-4669-983C-9F5F8A367F62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DD963E-9E3C-44B5-EA70-2C0BD26FA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BC0071-4FB1-118C-08E2-1B32D32D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E6DA-B42A-43D2-BB64-5AF06C7A1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925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EBED01-68ED-390E-7D2A-D26270F71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8C6316-4697-34C3-7D31-0E41DB901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61ADFF-DB10-3C5E-4D93-2E5EDA72A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E610-C0EB-4669-983C-9F5F8A367F62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C40E8D-E0EC-A6F5-6CE1-1CD55774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2BE4AD-0D3E-5281-A2F7-063E5D4C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E6DA-B42A-43D2-BB64-5AF06C7A1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123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912EDCE-F77E-E39F-8FB0-DF3B9B3FAC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571454-8ABA-D5DA-9643-7CD9BF584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D6F2B5-9BF1-BF10-7723-07F3C89E9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E610-C0EB-4669-983C-9F5F8A367F62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12A344-067A-4FDC-548D-590191495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B003A4-36B7-6524-F66E-E8CAB303E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E6DA-B42A-43D2-BB64-5AF06C7A1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525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957C73-2FCE-FEE5-E7C5-55F2B04F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E4D003-E5D1-8489-7CD0-DE1F4C54F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EA063F-860A-6799-802D-EB8679022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2E610-C0EB-4669-983C-9F5F8A367F62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C472B0-B27C-4248-D7C9-393E5FCFD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1B1DB3-0C5B-B5EE-F322-C6A943796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2BE6DA-B42A-43D2-BB64-5AF06C7A1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20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129CCB-AACF-0675-731A-C5D053BDDB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현대자동차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AA5600F-7C29-B451-A217-F0A9532B00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Zscaler</a:t>
            </a:r>
          </a:p>
          <a:p>
            <a:r>
              <a:rPr lang="en-US" altLang="ko-KR" dirty="0" err="1"/>
              <a:t>Github</a:t>
            </a:r>
            <a:r>
              <a:rPr lang="en-US" altLang="ko-KR" dirty="0"/>
              <a:t> </a:t>
            </a:r>
            <a:r>
              <a:rPr lang="ko-KR" altLang="en-US" dirty="0"/>
              <a:t>테스트 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990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현대자동차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강준수2</dc:creator>
  <cp:lastModifiedBy>강준수2</cp:lastModifiedBy>
  <cp:revision>2</cp:revision>
  <dcterms:created xsi:type="dcterms:W3CDTF">2026-10-29T02:19:43Z</dcterms:created>
  <dcterms:modified xsi:type="dcterms:W3CDTF">2026-10-30T05:23:28Z</dcterms:modified>
</cp:coreProperties>
</file>